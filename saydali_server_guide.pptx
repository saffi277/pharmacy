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D4AA"/>
                </a:solidFill>
                <a:latin typeface="Arial"/>
              </a:rPr>
              <a:t>🖥️ دليل أوامر السيرفر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خطوات إعداد سيرفر Oracle Cloud Ubuntu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D4AA"/>
                </a:solidFill>
                <a:latin typeface="Arial"/>
              </a:rPr>
              <a:t>منصة صيدلي | شركة Zawan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99AA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1640312" cy="10058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  <a:latin typeface="Arial"/>
              </a:rPr>
              <a:t>الخطوة 1 — الاتصال بالسيرفر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640312" cy="10972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Arial"/>
              </a:rPr>
              <a:t>ssh -i C:\Users\F04LP143\Desktop\ssh-key-2026-02-12.key ubuntu@YOUR_SERVER_IP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Arial"/>
              </a:rPr>
              <a:t>📌 الشرح: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ssh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أمر الاتصال بالسيرفر عن بُعد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-i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تحديد ملف المفتاح الخاص (Key File)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ssh-key-2026-02-12.key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ملف المفتاح الموجود على الديسكتوب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ubuntu@IP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663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اسم المستخدم + عنوان السيرفر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303520"/>
            <a:ext cx="11640312" cy="54864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349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88"/>
                </a:solidFill>
                <a:latin typeface="Arial"/>
              </a:rPr>
              <a:t>✅ النتيجة: دخلنا للسيرفر وظهرت رسالة Welcome to Ubuntu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1640312" cy="10058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  <a:latin typeface="Arial"/>
              </a:rPr>
              <a:t>الخطوة 2 — تحديث السيرفر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640312" cy="10972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  <a:latin typeface="Arial"/>
              </a:rPr>
              <a:t>sudo apt update &amp;&amp; sudo apt upgrade -y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Arial"/>
              </a:rPr>
              <a:t>📌 الشرح: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sudo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تشغيل الأمر بصلاحيات المدير (Admin)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apt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تحديث قائمة البرامج المتوفرة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apt upgrade -y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تثبيت التحديثات بدون طلب تأكيد (-y = yes)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"/>
              </a:rPr>
              <a:t>&amp;&amp;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تشغيل الأمرين بالتسلسل (الثاني بعد نجاح الأول)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303520"/>
            <a:ext cx="11640312" cy="54864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349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88"/>
                </a:solidFill>
                <a:latin typeface="Arial"/>
              </a:rPr>
              <a:t>✅ النتيجة: السيرفر محدث وجاهز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1640312" cy="10058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  <a:latin typeface="Arial"/>
              </a:rPr>
              <a:t>الخطوة 3 — تنصيب Node.js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40312" cy="6400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88"/>
                </a:solidFill>
                <a:latin typeface="Arial"/>
              </a:rPr>
              <a:t>curl -fsSL https://deb.nodesource.com/setup_20.x | sudo -E bash -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11640312" cy="6400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  <a:latin typeface="Arial"/>
              </a:rPr>
              <a:t>sudo apt install -y nodejs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Arial"/>
              </a:rPr>
              <a:t>📌 الشرح: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curl -fsSL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تنزيل ملف إعداد مصدر Node.js النسخة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| sudo bash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تشغيل الملف المُنزَّل بصلاحيات المدير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apt install nodejs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تثبيت Node.js على السيرفر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node -v &amp;&amp; npm -v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التحقق من النسخة (v20.20.2)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03520"/>
            <a:ext cx="11640312" cy="54864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349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88"/>
                </a:solidFill>
                <a:latin typeface="Arial"/>
              </a:rPr>
              <a:t>✅ النتيجة: Node.js 20 و npm 10 مثبتَين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1640312" cy="10058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  <a:latin typeface="Arial"/>
              </a:rPr>
              <a:t>الخطوة 4 — تنصيب وتشغيل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40312" cy="6400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Arial"/>
              </a:rPr>
              <a:t>sudo apt install -y postgresql postgresql-contrib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11640312" cy="6400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88"/>
                </a:solidFill>
                <a:latin typeface="Arial"/>
              </a:rPr>
              <a:t>sudo systemctl start postgresql &amp;&amp; sudo systemctl enable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Arial"/>
              </a:rPr>
              <a:t>📌 الشرح: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نظام إدارة قاعدة البيانات الأساسي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postgresql-contrib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أدوات إضافية مع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systemctl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تشغيل الخدمة الآن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Arial"/>
              </a:rPr>
              <a:t>systemctl enable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← تشغيل الخدمة تلقائياً عند إعادة تشغيل السيرفر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03520"/>
            <a:ext cx="11640312" cy="54864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349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88"/>
                </a:solidFill>
                <a:latin typeface="Arial"/>
              </a:rPr>
              <a:t>✅ النتيجة: PostgreSQL شغال — Active (running)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1640312" cy="10058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  <a:latin typeface="Arial"/>
              </a:rPr>
              <a:t>الخطوة 5 — تنصيب Redis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40312" cy="6400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  <a:latin typeface="Arial"/>
              </a:rPr>
              <a:t>sudo apt install -y redis-server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11640312" cy="6400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88"/>
                </a:solidFill>
                <a:latin typeface="Arial"/>
              </a:rPr>
              <a:t>sudo systemctl start redis-server &amp;&amp; sudo systemctl enable redis-server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Arial"/>
              </a:rPr>
              <a:t>📌 ما هو Redis؟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Redis = ذاكرة تخزين مؤقت (Cache)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  <a:latin typeface="Arial"/>
              </a:rPr>
              <a:t>مثال: لما يبحث 1000 شخص عن نفس الدواء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6B6B"/>
                </a:solidFill>
                <a:latin typeface="Arial"/>
              </a:rPr>
              <a:t>بدون Redis: يروح لقاعدة البيانات 1000 مرة 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FF88"/>
                </a:solidFill>
                <a:latin typeface="Arial"/>
              </a:rPr>
              <a:t>مع Redis: يرجع النتيجة من الذاكرة مباشرة 1000 مرة 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303520"/>
            <a:ext cx="11640312" cy="54864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FF88"/>
                </a:solidFill>
                <a:latin typeface="Arial"/>
              </a:rPr>
              <a:t>✅ النتيجة: Redis شغال وجاهز للاستخدام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1640312" cy="10058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  <a:latin typeface="Arial"/>
              </a:rPr>
              <a:t>الخطوة 6 — إنشاء قاعدة البيانات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40312" cy="5486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  <a:latin typeface="Arial"/>
              </a:rPr>
              <a:t>sudo -u postgres psql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Arial"/>
              </a:rPr>
              <a:t>← الدخول لـ PostgreSQL كمدير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77440"/>
            <a:ext cx="11640312" cy="14630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Arial"/>
              </a:rPr>
              <a:t>CREATE DATABASE saydali;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Arial"/>
              </a:rPr>
              <a:t>CREATE USER zawan WITH PASSWORD 'zawan';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Arial"/>
              </a:rPr>
              <a:t>GRANT ALL PRIVILEGES ON DATABASE saydali TO zawan;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Arial"/>
              </a:rPr>
              <a:t>\q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00"/>
                </a:solidFill>
                <a:latin typeface="Arial"/>
              </a:rPr>
              <a:t>📌 الشرح: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CREATE DATABASE saydali  ← إنشاء قاعدة بيانات باسم saydali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CREATE USER zawan         ← إنشاء مستخدم باسم zawan وكلمة سر zawan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GRANT ALL PRIVILEGES      ← إعطاء المستخدم صلاحية كاملة على قاعدة البيانات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669280"/>
            <a:ext cx="11640312" cy="4572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88"/>
                </a:solidFill>
                <a:latin typeface="Arial"/>
              </a:rPr>
              <a:t>✅ النتيجة: قاعدة البيانات جاهزة ومستخدم Zawan عنده صلاحيات كاملة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1640312" cy="10058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  <a:latin typeface="Arial"/>
              </a:rPr>
              <a:t>الخطوة 7 — تنزيل المشروع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40312" cy="6400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Arial"/>
              </a:rPr>
              <a:t>git clone https://github.com/saffi277/pharmacy.git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11640312" cy="6400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Arial"/>
              </a:rPr>
              <a:t>cd pharmacy &amp;&amp; git checkout claude/arabic-greeting-HcD3m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43200"/>
            <a:ext cx="11640312" cy="6400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Arial"/>
              </a:rPr>
              <a:t>cd backend &amp;&amp; 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Arial"/>
              </a:rPr>
              <a:t>📌 الشرح: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git clone   ← تنزيل المشروع من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cd pharmacy ← الدخول لمجلد المشروع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git checkout← التبديل للـ Branch الصحيح الذي يحتوي كود منصة صيدلي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cd backend  ← الدخول لمجلد الـ Backend (NestJS)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ls          ← عرض محتويات المجلد للتأكد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035040"/>
            <a:ext cx="11640312" cy="4572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FF88"/>
                </a:solidFill>
                <a:latin typeface="Arial"/>
              </a:rPr>
              <a:t>✅ النتيجة: المشروع موجود — src, package.json, node_modules...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1640312" cy="10058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  <a:latin typeface="Arial"/>
              </a:rPr>
              <a:t>الخطوة 8 — إعداد ملف البيئة (.env)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40312" cy="6400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  <a:latin typeface="Arial"/>
              </a:rPr>
              <a:t>cp .env.example .env &amp;&amp; nano .env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Arial"/>
              </a:rPr>
              <a:t>📌 ما غيرناه في الملف: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651760"/>
            <a:ext cx="11640312" cy="1828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Arial"/>
              </a:rPr>
              <a:t>DB_USERNAME=zawan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743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Arial"/>
              </a:rPr>
              <a:t>← اسم مستخدم قاعدة البيانات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Arial"/>
              </a:rPr>
              <a:t>DB_PASSWORD=zawan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Arial"/>
              </a:rPr>
              <a:t>← كلمة سر قاعدة البيانات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88"/>
                </a:solidFill>
                <a:latin typeface="Arial"/>
              </a:rPr>
              <a:t>DB_NAME=saydali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Arial"/>
              </a:rPr>
              <a:t>← اسم قاعدة البيانات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00"/>
                </a:solidFill>
                <a:latin typeface="Arial"/>
              </a:rPr>
              <a:t>📌 الشرح: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cp .env.example .env  ← نسخ ملف الإعدادات التجريبي وإنشاء ملف حقيقي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nano .env             ← فتح محرر النصوص لتعديل الملف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Ctrl+O ثم Enter       ← حفظ الملف  |  Ctrl+X ← الخروج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1640312" cy="10058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  <a:latin typeface="Arial"/>
              </a:rPr>
              <a:t>الخطوة 9 — تشغيل المشروع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40312" cy="6400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  <a:latin typeface="Arial"/>
              </a:rPr>
              <a:t>rm -rf node_modules &amp;&amp; npm install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11640312" cy="6400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  <a:latin typeface="Arial"/>
              </a:rPr>
              <a:t>npm run 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43200"/>
            <a:ext cx="11640312" cy="64008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  <a:latin typeface="Arial"/>
              </a:rPr>
              <a:t>npm run start:prod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  <a:latin typeface="Arial"/>
              </a:rPr>
              <a:t>📌 الشرح: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rm -rf node_modules  ← حذف الباكجات القديمة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npm install          ← إعادة تثبيت الباكجات من جديد على السيرفر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npm run build        ← ترجمة الكود (TypeScript → JavaScript) مرة واحدة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npm run start:prod   ← تشغيل السيرفر بوضع الإنتاج (أسرع وأخف)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669280"/>
            <a:ext cx="11640312" cy="54864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715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88"/>
                </a:solidFill>
                <a:latin typeface="Arial"/>
              </a:rPr>
              <a:t>✅ النتيجة: Application is running on port 3000 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1640312" cy="10058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D4AA"/>
                </a:solidFill>
                <a:latin typeface="Arial"/>
              </a:rPr>
              <a:t>ملخص الخطوات كاملة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4572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89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الاتصال بالسيرفر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898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88"/>
                </a:solidFill>
                <a:latin typeface="Arial"/>
              </a:rPr>
              <a:t>ssh -i key.pem ubuntu@IP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4572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تحديث السيرفر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20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88"/>
                </a:solidFill>
                <a:latin typeface="Arial"/>
              </a:rPr>
              <a:t>sudo apt update &amp;&amp; sudo apt upgrade -y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32304"/>
            <a:ext cx="4572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450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50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تنصيب 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5059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88"/>
                </a:solidFill>
                <a:latin typeface="Arial"/>
              </a:rPr>
              <a:t>curl setup | bash &amp;&amp; apt install nodejs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62656"/>
            <a:ext cx="4572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9809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809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تنصيب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98094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88"/>
                </a:solidFill>
                <a:latin typeface="Arial"/>
              </a:rPr>
              <a:t>apt install postgresql &amp;&amp; systemctl enable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493008"/>
            <a:ext cx="4572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5112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5112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تنصيب Redis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51129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88"/>
                </a:solidFill>
                <a:latin typeface="Arial"/>
              </a:rPr>
              <a:t>apt install redis-server &amp;&amp; systemctl enable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023360"/>
            <a:ext cx="4572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041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0416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إنشاء قاعدة البيانات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04164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88"/>
                </a:solidFill>
                <a:latin typeface="Arial"/>
              </a:rPr>
              <a:t>psql → CREATE DATABASE saydali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553712"/>
            <a:ext cx="4572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5719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Arial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5719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تنزيل المشروع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57199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88"/>
                </a:solidFill>
                <a:latin typeface="Arial"/>
              </a:rPr>
              <a:t>git clone &amp;&amp; git checkout branch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084064"/>
            <a:ext cx="4572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10235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Arial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10235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إعداد البيئة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102351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88"/>
                </a:solidFill>
                <a:latin typeface="Arial"/>
              </a:rPr>
              <a:t>cp .env.example .env &amp;&amp; nano .env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614416"/>
            <a:ext cx="4572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63270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Arial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63270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تشغيل المشروع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632703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88"/>
                </a:solidFill>
                <a:latin typeface="Arial"/>
              </a:rPr>
              <a:t>npm install &amp;&amp; npm run build &amp;&amp; start:prod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Arial"/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AA"/>
                </a:solidFill>
                <a:latin typeface="Arial"/>
              </a:rPr>
              <a:t>السيرفر جاهز!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rial"/>
              </a:rPr>
              <a:t>منصة صيدلي تعمل على Oracle Cloud Ubuntu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99AA"/>
                </a:solidFill>
                <a:latin typeface="Arial"/>
              </a:rPr>
              <a:t>Developed by Zawan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